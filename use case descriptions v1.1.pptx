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2" r:id="rId5"/>
    <p:sldId id="259" r:id="rId6"/>
    <p:sldId id="266" r:id="rId7"/>
    <p:sldId id="261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동준 이" initials="동이" lastIdx="1" clrIdx="0">
    <p:extLst>
      <p:ext uri="{19B8F6BF-5375-455C-9EA6-DF929625EA0E}">
        <p15:presenceInfo xmlns:p15="http://schemas.microsoft.com/office/powerpoint/2012/main" userId="a57aa186468f37e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77" y="7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034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83E7B-AA72-9EC5-A732-A392CDE7C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266B64-714B-3A08-8232-53D067F93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955FE8-FBCC-3747-2B20-310C9592E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646B1-A330-8B04-052F-577F2EC410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3019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Descriptions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소프트웨어공학 과제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Use Cases Template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회원 가입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Shape 6"/>
          <p:cNvSpPr/>
          <p:nvPr/>
        </p:nvSpPr>
        <p:spPr>
          <a:xfrm>
            <a:off x="379476" y="1490472"/>
            <a:ext cx="841248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0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가입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847088"/>
            <a:ext cx="13716" cy="2816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altLang="ko-KR" sz="1000" dirty="0"/>
              <a:t>ID, </a:t>
            </a:r>
            <a:r>
              <a:rPr lang="ko-KR" altLang="en-US" sz="1000" dirty="0"/>
              <a:t>비밀번호</a:t>
            </a:r>
            <a:r>
              <a:rPr lang="en-US" altLang="ko-KR" sz="1000" dirty="0"/>
              <a:t>, </a:t>
            </a:r>
            <a:r>
              <a:rPr lang="ko-KR" altLang="en-US" sz="1000" dirty="0"/>
              <a:t>이름</a:t>
            </a:r>
            <a:r>
              <a:rPr lang="en-US" altLang="ko-KR" sz="1000" dirty="0"/>
              <a:t>, </a:t>
            </a:r>
            <a:r>
              <a:rPr lang="ko-KR" altLang="en-US" sz="1000" dirty="0"/>
              <a:t>전화번호</a:t>
            </a:r>
            <a:r>
              <a:rPr lang="en-US" altLang="ko-KR" sz="1000" dirty="0"/>
              <a:t>, </a:t>
            </a:r>
            <a:r>
              <a:rPr lang="ko-KR" altLang="en-US" sz="1000" dirty="0"/>
              <a:t>이메일을 입력한다</a:t>
            </a:r>
            <a:r>
              <a:rPr lang="en-US" altLang="ko-KR" sz="1000" dirty="0"/>
              <a:t>. </a:t>
            </a:r>
            <a:r>
              <a:rPr lang="ko-KR" altLang="en-US" sz="1000" dirty="0"/>
              <a:t>가입하기 버튼을 누른다</a:t>
            </a:r>
            <a:r>
              <a:rPr lang="en-US" altLang="ko-KR" sz="1000" dirty="0"/>
              <a:t>.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ko-KR" sz="1000" dirty="0"/>
              <a:t>1. ID, </a:t>
            </a:r>
            <a:r>
              <a:rPr lang="ko-KR" altLang="en-US" sz="1000" dirty="0"/>
              <a:t>비밀번호</a:t>
            </a:r>
            <a:r>
              <a:rPr lang="en-US" altLang="ko-KR" sz="1000" dirty="0"/>
              <a:t>, </a:t>
            </a:r>
            <a:r>
              <a:rPr lang="ko-KR" altLang="en-US" sz="1000" dirty="0"/>
              <a:t>이름</a:t>
            </a:r>
            <a:r>
              <a:rPr lang="en-US" altLang="ko-KR" sz="1000" dirty="0"/>
              <a:t>, </a:t>
            </a:r>
            <a:r>
              <a:rPr lang="ko-KR" altLang="en-US" sz="1000" dirty="0"/>
              <a:t>전화번호</a:t>
            </a:r>
            <a:r>
              <a:rPr lang="en-US" altLang="ko-KR" sz="1000" dirty="0"/>
              <a:t>, </a:t>
            </a:r>
            <a:r>
              <a:rPr lang="ko-KR" altLang="en-US" sz="1000" dirty="0"/>
              <a:t>이메일 입력창을 화면에 표시한다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endParaRPr lang="en-US" sz="10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altLang="ko-KR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가입 완료 팝업 알림을 제공한다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82796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114800"/>
            <a:ext cx="8183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Courses
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회원 탈퇴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841248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0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회원 탈퇴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847088"/>
            <a:ext cx="13716" cy="2816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탈퇴하기 버튼을 누른다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탈퇴 시 모든 이용 권한과 데이터가 삭제된다는 문구와 탈퇴하기 버튼을 화면에 표시한다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3.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탈퇴 완료 팝업 알림을 제공한다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82796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114800"/>
            <a:ext cx="8183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Courses
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841248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0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847088"/>
            <a:ext cx="13716" cy="2816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비밀번호를 입력 후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버튼을 누른다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 입력창과 함께 로그인 버튼을 화면에 표시한다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3.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완료 팝업 알림을 제공한다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82796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114800"/>
            <a:ext cx="8183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Courses
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설문 검색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841248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0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설문 검색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847088"/>
            <a:ext cx="13716" cy="2816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진행중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 버튼 중 하나를 선택한 후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키워드를 입력하고 검색 버튼을 누른다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4.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설문을 선택한다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AutoNum type="arabicPeriod"/>
            </a:pP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진행중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 설문 리스트 선택 버튼과 함께 키워드 입력 칸을 화면에 표시한다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altLang="ko-KR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buAutoNum type="arabicPeriod"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조건에 맞는 설문 리스트를 화면에 출력한다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</a:p>
          <a:p>
            <a:r>
              <a:rPr lang="en-US" sz="1100" dirty="0"/>
              <a:t>5. </a:t>
            </a:r>
            <a:r>
              <a:rPr lang="ko-KR" altLang="en-US" sz="1000" dirty="0"/>
              <a:t>새로운 화면</a:t>
            </a:r>
            <a:r>
              <a:rPr lang="en-US" altLang="ko-KR" sz="1000" dirty="0"/>
              <a:t>(</a:t>
            </a:r>
            <a:r>
              <a:rPr lang="ko-KR" altLang="en-US" sz="1000" dirty="0"/>
              <a:t>상세 정보 화면</a:t>
            </a:r>
            <a:r>
              <a:rPr lang="en-US" altLang="ko-KR" sz="1000" dirty="0"/>
              <a:t>)</a:t>
            </a:r>
            <a:r>
              <a:rPr lang="ko-KR" altLang="en-US" sz="1000" dirty="0"/>
              <a:t>을 띄워준다</a:t>
            </a:r>
            <a:r>
              <a:rPr lang="en-US" altLang="ko-KR" sz="1000" dirty="0"/>
              <a:t>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82796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114800"/>
            <a:ext cx="8183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Courses
</a:t>
            </a:r>
            <a:r>
              <a:rPr lang="en-US" altLang="ko-K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Steps 4-5. 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리스트만 조회를 원하는 경우</a:t>
            </a:r>
            <a:r>
              <a:rPr lang="en-US" altLang="ko-K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해당 </a:t>
            </a:r>
            <a:r>
              <a:rPr lang="en-US" altLang="ko-K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Steps(Step4 &amp; Step5)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생략한다</a:t>
            </a:r>
            <a:r>
              <a:rPr lang="en-US" altLang="ko-KR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ko-KR" alt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C73BB-25A1-CDE4-16E5-6EB8E0258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1FB274-5BFB-74D2-3489-054197646EA0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460BE19-C78F-ADF1-8D18-DBF4B1439A8B}"/>
              </a:ext>
            </a:extLst>
          </p:cNvPr>
          <p:cNvSpPr/>
          <p:nvPr/>
        </p:nvSpPr>
        <p:spPr>
          <a:xfrm>
            <a:off x="274320" y="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5  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3E819CF-0308-99D4-5A7A-6817A09A2E51}"/>
              </a:ext>
            </a:extLst>
          </p:cNvPr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설문 상세정보 조회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D0966B7-2AC7-F48E-6B4D-BC504A463F06}"/>
              </a:ext>
            </a:extLst>
          </p:cNvPr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7CC0A0B-BBB7-2974-4A21-D62D9F60C1C8}"/>
              </a:ext>
            </a:extLst>
          </p:cNvPr>
          <p:cNvSpPr/>
          <p:nvPr/>
        </p:nvSpPr>
        <p:spPr>
          <a:xfrm>
            <a:off x="365760" y="1325880"/>
            <a:ext cx="8412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3116D9E-53FE-8F76-60AB-522E15A07436}"/>
              </a:ext>
            </a:extLst>
          </p:cNvPr>
          <p:cNvSpPr/>
          <p:nvPr/>
        </p:nvSpPr>
        <p:spPr>
          <a:xfrm>
            <a:off x="365760" y="1463040"/>
            <a:ext cx="841248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3B95EAF-8C29-96A9-9D56-24AC404F5B1F}"/>
              </a:ext>
            </a:extLst>
          </p:cNvPr>
          <p:cNvSpPr/>
          <p:nvPr/>
        </p:nvSpPr>
        <p:spPr>
          <a:xfrm>
            <a:off x="365760" y="1463040"/>
            <a:ext cx="841248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6DAFC31-E7D4-4F25-26B8-ADEED16C3878}"/>
              </a:ext>
            </a:extLst>
          </p:cNvPr>
          <p:cNvSpPr/>
          <p:nvPr/>
        </p:nvSpPr>
        <p:spPr>
          <a:xfrm>
            <a:off x="457200" y="1490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설문 상세정보 조회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E1423D9-2111-98D8-668F-546FEF09B546}"/>
              </a:ext>
            </a:extLst>
          </p:cNvPr>
          <p:cNvSpPr/>
          <p:nvPr/>
        </p:nvSpPr>
        <p:spPr>
          <a:xfrm>
            <a:off x="4572000" y="1847088"/>
            <a:ext cx="13716" cy="2816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DAA5330-01B9-76D0-419F-D63ED565D0A7}"/>
              </a:ext>
            </a:extLst>
          </p:cNvPr>
          <p:cNvSpPr/>
          <p:nvPr/>
        </p:nvSpPr>
        <p:spPr>
          <a:xfrm>
            <a:off x="47548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Action</a:t>
            </a: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98A0489-1284-357C-7957-46B20E6C12D7}"/>
              </a:ext>
            </a:extLst>
          </p:cNvPr>
          <p:cNvSpPr/>
          <p:nvPr/>
        </p:nvSpPr>
        <p:spPr>
          <a:xfrm>
            <a:off x="468172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Response</a:t>
            </a: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5B1A18A-ECC9-D6C5-6C12-F2CE9CA06C68}"/>
              </a:ext>
            </a:extLst>
          </p:cNvPr>
          <p:cNvSpPr/>
          <p:nvPr/>
        </p:nvSpPr>
        <p:spPr>
          <a:xfrm>
            <a:off x="365760" y="2240280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167658B-CCCD-F695-909E-301C62FB0494}"/>
              </a:ext>
            </a:extLst>
          </p:cNvPr>
          <p:cNvSpPr/>
          <p:nvPr/>
        </p:nvSpPr>
        <p:spPr>
          <a:xfrm>
            <a:off x="47548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응답하기 버튼을 누른다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824BC64-F798-51C4-76B3-129D9C5BBA7D}"/>
              </a:ext>
            </a:extLst>
          </p:cNvPr>
          <p:cNvSpPr/>
          <p:nvPr/>
        </p:nvSpPr>
        <p:spPr>
          <a:xfrm>
            <a:off x="468172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제목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설명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문항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항목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시작 시각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마감 시각 정보와 응답하기 버튼을 화면에 표시한다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3.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화면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화면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띄워준다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1F10326-8F26-EA78-CAE8-0C66234D60B6}"/>
              </a:ext>
            </a:extLst>
          </p:cNvPr>
          <p:cNvSpPr/>
          <p:nvPr/>
        </p:nvSpPr>
        <p:spPr>
          <a:xfrm>
            <a:off x="365760" y="4082796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25ED6CA-FC9C-B594-B579-368C5B867F45}"/>
              </a:ext>
            </a:extLst>
          </p:cNvPr>
          <p:cNvSpPr/>
          <p:nvPr/>
        </p:nvSpPr>
        <p:spPr>
          <a:xfrm>
            <a:off x="475488" y="4114800"/>
            <a:ext cx="8183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Courses
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2-3. 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상세정보 조회한 설문이 진행 예정인 설문이거나</a:t>
            </a:r>
            <a:r>
              <a:rPr lang="en-US" altLang="ko-K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종료된 설문일 경우 해당 </a:t>
            </a:r>
            <a:r>
              <a:rPr lang="en-US" altLang="ko-K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Steps(Step2 &amp; Step3)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생략한다</a:t>
            </a:r>
            <a:r>
              <a:rPr lang="en-US" altLang="ko-KR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ko-KR" alt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EFBE67D-BB7F-395A-4444-F73408AA4A91}"/>
              </a:ext>
            </a:extLst>
          </p:cNvPr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88279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응답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841248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0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설문 응답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847088"/>
            <a:ext cx="13716" cy="2816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항목을 선택하여 응답한 후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버튼을 누른다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제목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문항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항목을 화면에 표시한다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3. </a:t>
            </a:r>
            <a:r>
              <a:rPr lang="ko-KR" alt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완료 팝업 알림을 제공한다</a:t>
            </a: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82796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114800"/>
            <a:ext cx="8183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Courses
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등록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841248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0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등록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847088"/>
            <a:ext cx="13716" cy="2816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제목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설명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문항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항목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시작 시각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마감 시각을 입력 후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 버튼을 누른다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제목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설명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문항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항목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시작 시각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마감 시각과 함께 등록 버튼을 화면에 표시한다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28600" indent="-228600">
              <a:buAutoNum type="arabicPeriod"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buAutoNum type="arabicPeriod"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 완료 팝업 알림을 제공한다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82796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114800"/>
            <a:ext cx="8183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Courses
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리스트 조회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841248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0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리스트 조회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847088"/>
            <a:ext cx="13716" cy="2816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등록된 모든 설문 리스트와 각 설문마다 선택 버튼과 함께 상세 내용 조회 버튼과 삭제 버튼을 화면에 표시한다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82796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114800"/>
            <a:ext cx="8183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
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이후에</a:t>
            </a:r>
            <a:r>
              <a:rPr lang="en-US" altLang="ko-K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관리자는 원하는 설문 항목을 선택하고 상세 내용 조회 버튼을 눌러서  팝업 창으로 해당 설문의 상세 내용을 볼 수 있다</a:t>
            </a:r>
            <a:r>
              <a:rPr lang="en-US" altLang="ko-K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r>
              <a:rPr lang="en-US" altLang="ko-K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이후에</a:t>
            </a:r>
            <a:r>
              <a:rPr lang="en-US" altLang="ko-K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관리자는 원하는 설문 항목을 선택하고 삭제 버튼을 눌러서 해당 설문을  삭제할 수 있다</a:t>
            </a:r>
            <a:r>
              <a:rPr lang="en-US" altLang="ko-K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ko-KR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of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응답 통계 조회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8412480" cy="384048"/>
          </a:xfrm>
          <a:prstGeom prst="rect">
            <a:avLst/>
          </a:prstGeom>
          <a:solidFill>
            <a:srgbClr val="F8FAFC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0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응답 통계 조회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847088"/>
            <a:ext cx="13716" cy="2816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892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기간 버튼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주일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개월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년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선택한다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228600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기간 버튼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주일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개월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년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화면에 표시한다</a:t>
            </a:r>
            <a:r>
              <a:rPr lang="en-US" altLang="ko-K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ko-KR" alt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선택한 검색 기간 동안 전체 설문 수</a:t>
            </a: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종료된 설문 수</a:t>
            </a: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응답 수를 제공한다</a:t>
            </a: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82796"/>
            <a:ext cx="841248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114800"/>
            <a:ext cx="8183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Courses
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of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696</Words>
  <Application>Microsoft Office PowerPoint</Application>
  <PresentationFormat>화면 슬라이드 쇼(16:9)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Case Descriptions</dc:title>
  <dc:subject>PptxGenJS Presentation</dc:subject>
  <dc:creator>PptxGenJS</dc:creator>
  <cp:lastModifiedBy>동준 이</cp:lastModifiedBy>
  <cp:revision>52</cp:revision>
  <dcterms:created xsi:type="dcterms:W3CDTF">2026-05-07T14:59:37Z</dcterms:created>
  <dcterms:modified xsi:type="dcterms:W3CDTF">2026-05-11T04:58:16Z</dcterms:modified>
</cp:coreProperties>
</file>